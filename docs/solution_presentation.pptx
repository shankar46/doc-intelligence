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Intelligent Document Extraction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Engineer Internship Case Study</a:t>
            </a:r>
          </a:p>
          <a:p>
            <a:r>
              <a:t>From Design to Deployment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Architecture &amp; Design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robust platform to extract, validate, and store financial documents without rigid templates.</a:t>
            </a:r>
          </a:p>
          <a:p>
            <a:r>
              <a:t>Monolithic Design: FastAPI handles both the REST API and serves the Jinja2 HTML Dashboard for simplicity.</a:t>
            </a:r>
          </a:p>
          <a:p>
            <a:r>
              <a:t>Dual-Layer Extraction: Uses fast, free OCR/PyMuPDF natively, with an intelligent LLM layer applied dynamically.</a:t>
            </a:r>
          </a:p>
          <a:p>
            <a:r>
              <a:t>Persistence: SQLite caches the massive JSON results so the dashboard loads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Core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 Framework: FastAPI &amp; Python 3.11</a:t>
            </a:r>
          </a:p>
          <a:p>
            <a:r>
              <a:t>Frontend: HTML5, CSS3, Vanilla JS, Jinja2 Templates</a:t>
            </a:r>
          </a:p>
          <a:p>
            <a:r>
              <a:t>Database: SQLite with SQLAlchemy ORM</a:t>
            </a:r>
          </a:p>
          <a:p>
            <a:r>
              <a:t>Document Parsing: PyMuPDF (native PDF text) &amp; Tesseract (OCR for JPG/PNG)</a:t>
            </a:r>
          </a:p>
          <a:p>
            <a:r>
              <a:t>AI Integration: Hugging Face (Qwen/Llama) &amp; Google Gemini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The Extraction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Step 1: Ingestion &amp; Validation (Rejects invalid formats/corrupted files).</a:t>
            </a:r>
          </a:p>
          <a:p>
            <a:r>
              <a:t>Step 2: Native Parsing / OCR. System identifies text layout, coordinates, and builds an anchor map.</a:t>
            </a:r>
          </a:p>
          <a:p>
            <a:r>
              <a:t>Step 3: Grounded AI Pass. The extracted text array is fed to an LLM via a strict prompt requiring valid JSON output.</a:t>
            </a:r>
          </a:p>
          <a:p>
            <a:r>
              <a:t>Step 4: Evidence Mapping. Every extracted value is mapped back to the raw source text to prove it wasn't hallucinated.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Financial Validation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implements strict mathematical reconciliation to catch OCR or LLM errors.</a:t>
            </a:r>
          </a:p>
          <a:p>
            <a:r>
              <a:t>Invoices: Subtotal + Tax = Total (Line item math is also verified).</a:t>
            </a:r>
          </a:p>
          <a:p>
            <a:r>
              <a:t>Balance Sheets: Assets = Liabilities + Capital.</a:t>
            </a:r>
          </a:p>
          <a:p>
            <a:r>
              <a:t>Profit &amp; Loss: Income - Expenses = Net Profit.</a:t>
            </a:r>
          </a:p>
          <a:p>
            <a:r>
              <a:t>Cash Flows: Opening Balance + Net Change = Closing Balance.</a:t>
            </a:r>
          </a:p>
          <a:p>
            <a:r>
              <a:t>Note: A small float tolerance is applied to account for rounding.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API &amp; Frontend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REST API (/api/v1/documents):</a:t>
            </a:r>
          </a:p>
          <a:p>
            <a:r>
              <a:t>Strict JSON schemas for output, fully documented via automatic Swagger UI.</a:t>
            </a:r>
          </a:p>
          <a:p>
            <a:r>
              <a:t>Frontend Dashboard:</a:t>
            </a:r>
          </a:p>
          <a:p>
            <a:r>
              <a:t>Upload interface with drag-and-drop.</a:t>
            </a:r>
          </a:p>
          <a:p>
            <a:r>
              <a:t>Real-time list of processed documents loaded from SQLite.</a:t>
            </a:r>
          </a:p>
          <a:p>
            <a:r>
              <a:t>Detailed view showing evidence grounding, math validation failures (in red), and the raw JSON payload.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Cloud Deployment (Render)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application is deployed on Render.com.</a:t>
            </a:r>
          </a:p>
          <a:p>
            <a:r>
              <a:t>Dockerized Environment: We utilize a custom Dockerfile to ensure Tesseract-OCR is installed at the system level.</a:t>
            </a:r>
          </a:p>
          <a:p>
            <a:r>
              <a:t>Environment Variables: Secrets like HUGGINGFACE_API_KEY are securely managed in the cloud.</a:t>
            </a:r>
          </a:p>
          <a:p>
            <a:r>
              <a:t>CI/CD: GitHub integration automatically redeploys the container when code is pushed to the main branch.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Future Production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Switch to Async Task Queues (Celery/Redis) to prevent HTTP timeouts on massive 100-page documents.</a:t>
            </a:r>
          </a:p>
          <a:p>
            <a:r>
              <a:t>Migrate from SQLite to PostgreSQL to handle high-concurrency database writes.</a:t>
            </a:r>
          </a:p>
          <a:p>
            <a:r>
              <a:t>Store document files in AWS S3 or Google Cloud Storage rather than keeping them in base64/memory.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