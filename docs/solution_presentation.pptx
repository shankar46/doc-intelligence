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Document Intelligence Platform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000"/>
            </a:pPr>
            <a:r>
              <a:t>AI Engineer Internship Case Study</a:t>
            </a:r>
          </a:p>
          <a:p>
            <a:pPr>
              <a:defRPr sz="1800"/>
            </a:pPr>
            <a:r>
              <a:t>Dynamic extraction for Invoice, Balance Sheet, Profit &amp; Loss, and Cash Flow Statement.</a:t>
            </a:r>
          </a:p>
          <a:p>
            <a:pPr>
              <a:defRPr sz="1800"/>
            </a:pPr>
            <a:r>
              <a:t>OCR • 2-D layout • dynamic fields • grounded LLM • validation • SQLite • REST API • dashboard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and design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Avoid vendor/template-specific parsers and growing regex/if-else rules.</a:t>
            </a:r>
          </a:p>
          <a:p>
            <a:pPr>
              <a:defRPr sz="1800"/>
            </a:pPr>
            <a:r>
              <a:t>Handle different labels, layouts, table positions, headers, footers, and wrapped descriptions.</a:t>
            </a:r>
          </a:p>
          <a:p>
            <a:pPr>
              <a:defRPr sz="1800"/>
            </a:pPr>
            <a:r>
              <a:t>Separate document processing status from financial validation status.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Dynamic processing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Upload → file validation → native text/OCR → 2-D layout extraction → dynamic semantic extraction → evidence verification → financial validation → persistence → dashboard/API</a:t>
            </a:r>
          </a:p>
          <a:p>
            <a:pPr>
              <a:defRPr sz="1800"/>
            </a:pPr>
            <a:r>
              <a:t>OCR retains word coordinates so invoice columns are not flattened into a single text stream.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Layout-aware invoice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Infer Description / Quantity / Unit Price / Amount columns from actual header positions.</a:t>
            </a:r>
          </a:p>
          <a:p>
            <a:pPr>
              <a:defRPr sz="1800"/>
            </a:pPr>
            <a:r>
              <a:t>Numbers inside product descriptions such as 3M 570, 12oz, and 100/BX remain in the description column.</a:t>
            </a:r>
          </a:p>
          <a:p>
            <a:pPr>
              <a:defRPr sz="1800"/>
            </a:pPr>
            <a:r>
              <a:t>Wrapped description rows can be buffered and merged without stealing values from adjacent numeric columns.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Dynamic fields and LLM grounding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Canonical fields support required financial validation concepts.</a:t>
            </a:r>
          </a:p>
          <a:p>
            <a:pPr>
              <a:defRPr sz="1800"/>
            </a:pPr>
            <a:r>
              <a:t>Unknown meaningful fields are preserved in discovered_fields.</a:t>
            </a:r>
          </a:p>
          <a:p>
            <a:pPr>
              <a:defRPr sz="1800"/>
            </a:pPr>
            <a:r>
              <a:t>LLM receives the full OCR document, including header, right-side content, footer, and all pages.</a:t>
            </a:r>
          </a:p>
          <a:p>
            <a:pPr>
              <a:defRPr sz="1800"/>
            </a:pPr>
            <a:r>
              <a:t>LLM values are accepted only when grounded in supplied OCR evidence.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Invoice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Total formula: subtotal + tax + shipping/handling/other charges − discount ≈ total.</a:t>
            </a:r>
          </a:p>
          <a:p>
            <a:pPr>
              <a:defRPr sz="1800"/>
            </a:pPr>
            <a:r>
              <a:t>Line-item quantity × unit price ≈ amount.</a:t>
            </a:r>
          </a:p>
          <a:p>
            <a:pPr>
              <a:defRPr sz="1800"/>
            </a:pPr>
            <a:r>
              <a:t>Line-item sum ≈ subtotal.</a:t>
            </a:r>
          </a:p>
          <a:p>
            <a:pPr>
              <a:defRPr sz="1800"/>
            </a:pPr>
            <a:r>
              <a:t>Validation discrepancies are isolated in validation.overall_status; a successfully parsed document remains processing_status = PASS.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Statement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Balance Sheet: total capital/liabilities ≈ total assets; component reconciliations where sufficient data exists.</a:t>
            </a:r>
          </a:p>
          <a:p>
            <a:pPr>
              <a:defRPr sz="1800"/>
            </a:pPr>
            <a:r>
              <a:t>P&amp;L: assignment formulas for bank-style and generic statements.</a:t>
            </a:r>
          </a:p>
          <a:p>
            <a:pPr>
              <a:defRPr sz="1800"/>
            </a:pPr>
            <a:r>
              <a:t>Cash Flow: operating + investing + financing + FX ≈ net change; opening + net change + adjustments ≈ closing.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API, frontend and persistence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FastAPI REST endpoints for process, list, detail, and health.</a:t>
            </a:r>
          </a:p>
          <a:p>
            <a:pPr>
              <a:defRPr sz="1800"/>
            </a:pPr>
            <a:r>
              <a:t>SQLite persistence for processed results.</a:t>
            </a:r>
          </a:p>
          <a:p>
            <a:pPr>
              <a:defRPr sz="1800"/>
            </a:pPr>
            <a:r>
              <a:t>Dashboard shows extracted fields, evidence, discovered fields, line items, validation checks, and raw JSON.</a:t>
            </a:r>
          </a:p>
          <a:p>
            <a:pPr>
              <a:defRPr sz="1800"/>
            </a:pPr>
            <a:r>
              <a:t>Missing values remain null rather than fabricated.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Testing and limitation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31 tests passed, 1 skipped locally after the dynamic/layout/status changes.</a:t>
            </a:r>
          </a:p>
          <a:p>
            <a:pPr>
              <a:defRPr sz="1800"/>
            </a:pPr>
            <a:r>
              <a:t>The supplied dataset contains real scanned Balance Sheets but not real source documents for Invoice/P&amp;L/Cash Flow.</a:t>
            </a:r>
          </a:p>
          <a:p>
            <a:pPr>
              <a:defRPr sz="1800"/>
            </a:pPr>
            <a:r>
              <a:t>The batch2-0499 issue is covered by a 2-D column extraction regression test.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Dynamic source code and layout-aware OCR</a:t>
            </a:r>
          </a:p>
          <a:p>
            <a:pPr>
              <a:defRPr sz="1800"/>
            </a:pPr>
            <a:r>
              <a:t>Architecture diagram and technical audit</a:t>
            </a:r>
          </a:p>
          <a:p>
            <a:pPr>
              <a:defRPr sz="1800"/>
            </a:pPr>
            <a:r>
              <a:t>Solution presentation (PPTX and PDF)</a:t>
            </a:r>
          </a:p>
          <a:p>
            <a:pPr>
              <a:defRPr sz="1800"/>
            </a:pPr>
            <a:r>
              <a:t>Automated tests</a:t>
            </a:r>
          </a:p>
          <a:p>
            <a:pPr>
              <a:defRPr sz="1800"/>
            </a:pPr>
            <a:r>
              <a:t>README with setup, API, validation, and deployment guidance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